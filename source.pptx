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10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B2A"/>
            </a:gs>
            <a:gs pos="50000">
              <a:srgbClr val="1B263B"/>
            </a:gs>
            <a:gs pos="100000">
              <a:srgbClr val="0D1B2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ation Circle 1"/>
          <p:cNvSpPr/>
          <p:nvPr/>
        </p:nvSpPr>
        <p:spPr>
          <a:xfrm>
            <a:off x="10500000" y="-500000"/>
            <a:ext cx="2500000" cy="2500000"/>
          </a:xfrm>
          <a:prstGeom prst="ellipse">
            <a:avLst/>
          </a:prstGeom>
          <a:gradFill rotWithShape="1">
            <a:gsLst>
              <a:gs pos="0">
                <a:srgbClr val="00D4FF">
                  <a:alpha val="30000"/>
                </a:srgbClr>
              </a:gs>
              <a:gs pos="100000">
                <a:srgbClr val="7B2CBF">
                  <a:alpha val="10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Decoration Circle 2"/>
          <p:cNvSpPr/>
          <p:nvPr/>
        </p:nvSpPr>
        <p:spPr>
          <a:xfrm>
            <a:off x="-800000" y="5000000"/>
            <a:ext cx="3000000" cy="3000000"/>
          </a:xfrm>
          <a:prstGeom prst="ellipse">
            <a:avLst/>
          </a:prstGeom>
          <a:gradFill rotWithShape="1">
            <a:gsLst>
              <a:gs pos="0">
                <a:srgbClr val="7B2CBF">
                  <a:alpha val="25000"/>
                </a:srgbClr>
              </a:gs>
              <a:gs pos="100000">
                <a:srgbClr val="E63946">
                  <a:alpha val="5000"/>
                </a:srgbClr>
              </a:gs>
            </a:gsLst>
            <a:lin ang="270000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Accent Line"/>
          <p:cNvSpPr/>
          <p:nvPr/>
        </p:nvSpPr>
        <p:spPr>
          <a:xfrm>
            <a:off x="0" y="6750000"/>
            <a:ext cx="12192000" cy="10800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50000">
                <a:srgbClr val="7B2CBF"/>
              </a:gs>
              <a:gs pos="100000">
                <a:srgbClr val="E63946"/>
              </a:gs>
            </a:gsLst>
            <a:lin ang="0" scaled="0"/>
          </a:gradFill>
          <a:ln w="0">
            <a:noFill/>
          </a:ln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Modern Dark">
  <a:themeElements>
    <a:clrScheme name="Modern Gradient">
      <a:dk1>
        <a:srgbClr val="0D1B2A"/>
      </a:dk1>
      <a:lt1>
        <a:srgbClr val="FFFFFF"/>
      </a:lt1>
      <a:dk2>
        <a:srgbClr val="1B263B"/>
      </a:dk2>
      <a:lt2>
        <a:srgbClr val="E0E1DD"/>
      </a:lt2>
      <a:accent1>
        <a:srgbClr val="00D4FF"/>
      </a:accent1>
      <a:accent2>
        <a:srgbClr val="7B2CBF"/>
      </a:accent2>
      <a:accent3>
        <a:srgbClr val="E63946"/>
      </a:accent3>
      <a:accent4>
        <a:srgbClr val="2EC4B6"/>
      </a:accent4>
      <a:accent5>
        <a:srgbClr val="FF6B6B"/>
      </a:accent5>
      <a:accent6>
        <a:srgbClr val="4ECDC4"/>
      </a:accent6>
      <a:hlink>
        <a:srgbClr val="00D4FF"/>
      </a:hlink>
      <a:folHlink>
        <a:srgbClr val="7B2CBF"/>
      </a:folHlink>
    </a:clrScheme>
    <a:fontScheme name="Modern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Moder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Arial</vt:lpstr>
      <vt:lpstr>Segoe UI</vt:lpstr>
      <vt:lpstr>Modern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Ryuichi Shimogawa</cp:lastModifiedBy>
  <cp:revision>1</cp:revision>
  <dcterms:modified xsi:type="dcterms:W3CDTF">2025-11-27T17:32:14Z</dcterms:modified>
</cp:coreProperties>
</file>